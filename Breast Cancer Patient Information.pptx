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eb8e551b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eb8e551b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feb8e551b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feb8e551b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feb8e551b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feb8e551b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eb8e551b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eb8e551b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eb8e551b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eb8e551b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eb8e551b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feb8e551b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eb8e551b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eb8e551b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feb8e551b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feb8e551b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eb8e551b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eb8e551b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datasets/reihanenamdari/breast-cance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Breast Cancer Patient Information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Ashwill Daniels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13/09/2022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dataset about breast cancer patients. Please see the appendix for further explanation.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My goal is to look at various statistics like age, ethnicity and tumor size and display it through charts and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Number of patients</a:t>
            </a:r>
            <a:r>
              <a:rPr lang="en"/>
              <a:t>: 4024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Status</a:t>
            </a:r>
            <a:r>
              <a:rPr lang="en"/>
              <a:t>: 3408 Survivors and 616 Deceased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6561000" y="1273800"/>
            <a:ext cx="2505900" cy="30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Average age</a:t>
            </a:r>
            <a:r>
              <a:rPr lang="en"/>
              <a:t>: 54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0" y="1017450"/>
            <a:ext cx="6014724" cy="35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Ethnicity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6586650" y="1176700"/>
            <a:ext cx="23124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r>
              <a:rPr lang="en"/>
              <a:t>: 3414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r>
              <a:rPr lang="en"/>
              <a:t>: 291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Other</a:t>
            </a:r>
            <a:r>
              <a:rPr lang="en"/>
              <a:t>: 320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0" y="1017450"/>
            <a:ext cx="5494349" cy="326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Tumor size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6594050" y="1354400"/>
            <a:ext cx="2238000" cy="32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Average size</a:t>
            </a:r>
            <a:r>
              <a:rPr lang="en"/>
              <a:t>: 30.47mm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00" y="1273775"/>
            <a:ext cx="5693450" cy="32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Survival Months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6569200" y="1381413"/>
            <a:ext cx="23667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Average</a:t>
            </a:r>
            <a:r>
              <a:rPr lang="en"/>
              <a:t>: 71 Months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50" y="1306025"/>
            <a:ext cx="5766424" cy="32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1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dataset is from Kaggle.com.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https://www.kaggle.com/datasets/reihanenamdari/breast-cancer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Made available by</a:t>
            </a:r>
            <a:r>
              <a:rPr lang="en"/>
              <a:t>: Rihanna Namdari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Description</a:t>
            </a:r>
            <a:r>
              <a:rPr lang="en"/>
              <a:t>: “This dataset of breast cancer patients was obtained from the 2017 November update of the SEER Program of the NCI, which provides information on population-based cancer statistics. The dataset involved female patients with infiltrating duct and lobular carcinoma breast cancer (SEER primary cites recode NOS histology codes 8522/3) diagnosed in 2006-2010.”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 2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Tools used</a:t>
            </a:r>
            <a:r>
              <a:rPr lang="en"/>
              <a:t>: RStudio Cloud and Google Slides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